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B975"/>
    <a:srgbClr val="83A4A1"/>
    <a:srgbClr val="323A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7AD9C-F571-4678-2C81-8FFA51DD4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F52F0-19FA-DCE4-3628-1E5D49995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16C85-A860-9BBC-EF52-AF51FE7B4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39F-BC9C-4208-96B7-4F7796191E32}" type="datetimeFigureOut">
              <a:rPr lang="en-ZA" smtClean="0"/>
              <a:t>2026/03/04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4D6B4-5245-EEBE-9C04-D280DDEFD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71533-5E5C-5FA2-D1C1-FF2C5B40C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E513C-1AED-490C-B956-5C5E018A80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05331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8C502-C8B8-F1D7-DEA2-BA8ED0C7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AED07-03A9-46F8-603A-11C7B224E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BE0F1-1C0A-E00B-718E-DA398AC3D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39F-BC9C-4208-96B7-4F7796191E32}" type="datetimeFigureOut">
              <a:rPr lang="en-ZA" smtClean="0"/>
              <a:t>2026/03/04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46210-D3F5-5058-1700-12A7132B9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0AB10-6429-0D56-E2A9-89EB6DC25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E513C-1AED-490C-B956-5C5E018A80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47187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0457C-62FD-8777-30FB-E06658DB2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137AF-1D60-7F81-3924-08BE2A60C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B0305-1586-8A7E-FAFD-05591A93E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39F-BC9C-4208-96B7-4F7796191E32}" type="datetimeFigureOut">
              <a:rPr lang="en-ZA" smtClean="0"/>
              <a:t>2026/03/04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C0CCB-F975-CEEB-C117-DE761AF56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186C3-BE72-7D3E-1D26-633A6283B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E513C-1AED-490C-B956-5C5E018A80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7205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B119D-22AF-919D-940D-A2D3D98E7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22432-31F0-842E-B39A-D88E389EE5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4A8FF-831A-8A69-DF07-B9D3CE648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C194B-6DB8-51C3-0C80-ECB3E7F8B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39F-BC9C-4208-96B7-4F7796191E32}" type="datetimeFigureOut">
              <a:rPr lang="en-ZA" smtClean="0"/>
              <a:t>2026/03/04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B1ED6-D5CA-CAE7-7E4F-5284DB98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4B9BD-5CAE-FFD0-4655-C4381BD99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E513C-1AED-490C-B956-5C5E018A80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57904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16383-BDD3-193F-7482-D7BA45D16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09C2F-AC71-A761-852B-9424C5D91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3DD642-EC86-7F81-E5A5-9C003C146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7F05AE-EC7A-EE97-2BCD-5CFDEE10F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33215B-D731-9778-A6CB-7271E6CFBA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4C7F8E-CEBB-967D-A9E3-7F291AE7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39F-BC9C-4208-96B7-4F7796191E32}" type="datetimeFigureOut">
              <a:rPr lang="en-ZA" smtClean="0"/>
              <a:t>2026/03/04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8281C7-FB36-0D57-879E-63D50381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10D485-DA00-06A4-50C3-B04E0645D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E513C-1AED-490C-B956-5C5E018A80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98961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A6A9C-1DB9-AC16-1A5C-27EA79665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03135-8434-B3FC-E0AB-E58766C0C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39F-BC9C-4208-96B7-4F7796191E32}" type="datetimeFigureOut">
              <a:rPr lang="en-ZA" smtClean="0"/>
              <a:t>2026/03/04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85A7ED-0F62-50EF-74B6-2952F76F2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191AC4-7D12-1D03-CB69-61F643629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E513C-1AED-490C-B956-5C5E018A80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32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E4EB49-C6CB-AED2-7534-2F0373C30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39F-BC9C-4208-96B7-4F7796191E32}" type="datetimeFigureOut">
              <a:rPr lang="en-ZA" smtClean="0"/>
              <a:t>2026/03/04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40212E-672D-890E-618D-B2020533E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6F671-0F63-C313-3E38-3DA0B2C1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E513C-1AED-490C-B956-5C5E018A80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9908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0D713-0F9A-F11C-9962-CFDFBC324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C9DA3-91FE-C85D-26A7-3A0187B45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A2EC17-AF8E-AB18-E8C9-7E4E1E3EC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BAF05-D8ED-21A0-7058-40120ED1E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39F-BC9C-4208-96B7-4F7796191E32}" type="datetimeFigureOut">
              <a:rPr lang="en-ZA" smtClean="0"/>
              <a:t>2026/03/04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8D4F6-6A13-D846-13B8-2F1B9D30F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92F6D-A500-51E8-7DB0-6FA83C560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E513C-1AED-490C-B956-5C5E018A80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92685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A832-25A8-9D6F-0B61-0175C2526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193022-B4A6-3B6F-66E5-A23651C429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84513-6299-6DA3-5BB3-39D549B94F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9AF2A4-CCD3-7A07-26FD-1276618F5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39F-BC9C-4208-96B7-4F7796191E32}" type="datetimeFigureOut">
              <a:rPr lang="en-ZA" smtClean="0"/>
              <a:t>2026/03/04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16DFBC-6180-44FB-E1B5-EB4C169B4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224D8-4277-167F-2B8C-2C114DAAB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E513C-1AED-490C-B956-5C5E018A80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78207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00AEB-FE3A-3BF1-B130-DCCA0A5C9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F1AC79-E1A4-0881-C414-03CCD7C0F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EE6B4-2CDC-A6EE-182F-C14A1691C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39F-BC9C-4208-96B7-4F7796191E32}" type="datetimeFigureOut">
              <a:rPr lang="en-ZA" smtClean="0"/>
              <a:t>2026/03/04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2FADE-886C-3D3A-5CFE-D448AEB6D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DD022-2D21-F8B9-2FA4-6FA0FF998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E513C-1AED-490C-B956-5C5E018A80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48913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B59430-692F-1B00-FBC5-1F2C08634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55069F-B89F-3B62-8C8D-97F319660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2DB2F-E76F-BAF4-359A-7DD427C0F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39F-BC9C-4208-96B7-4F7796191E32}" type="datetimeFigureOut">
              <a:rPr lang="en-ZA" smtClean="0"/>
              <a:t>2026/03/04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56F22-DC5F-B4C7-CE29-30F42478C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142F2-EED6-3046-6A42-B6DFFDF24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E513C-1AED-490C-B956-5C5E018A80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9535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7B68E0-F8E6-0368-9785-4164873DD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7340-E751-F45C-6B75-ED1A25613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9DDE6-5676-A9FD-AB0C-81AF9C63CF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73C39F-BC9C-4208-96B7-4F7796191E32}" type="datetimeFigureOut">
              <a:rPr lang="en-ZA" smtClean="0"/>
              <a:t>2026/03/04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BF353-663A-4078-C15F-48676293B5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452A0-D977-9933-A84A-47F3B4F95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AE513C-1AED-490C-B956-5C5E018A80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46992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F4A87C-FEFE-6446-57FE-EBB251B135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0119" y="1100860"/>
            <a:ext cx="3256863" cy="3256863"/>
          </a:xfrm>
          <a:prstGeom prst="rect">
            <a:avLst/>
          </a:prstGeom>
          <a:noFill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4035779-D77C-518B-6E3D-1D3413378CB5}"/>
              </a:ext>
            </a:extLst>
          </p:cNvPr>
          <p:cNvSpPr/>
          <p:nvPr/>
        </p:nvSpPr>
        <p:spPr>
          <a:xfrm>
            <a:off x="8340132" y="1185705"/>
            <a:ext cx="2441749" cy="813917"/>
          </a:xfrm>
          <a:prstGeom prst="rect">
            <a:avLst/>
          </a:prstGeom>
          <a:solidFill>
            <a:srgbClr val="323A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7833CC-E995-3B13-A8C6-22E0F6BDEED9}"/>
              </a:ext>
            </a:extLst>
          </p:cNvPr>
          <p:cNvSpPr/>
          <p:nvPr/>
        </p:nvSpPr>
        <p:spPr>
          <a:xfrm>
            <a:off x="8340132" y="2176305"/>
            <a:ext cx="2441749" cy="813917"/>
          </a:xfrm>
          <a:prstGeom prst="rect">
            <a:avLst/>
          </a:prstGeom>
          <a:solidFill>
            <a:srgbClr val="83A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C532C4-33C9-CB11-B721-F962D46E88E6}"/>
              </a:ext>
            </a:extLst>
          </p:cNvPr>
          <p:cNvSpPr/>
          <p:nvPr/>
        </p:nvSpPr>
        <p:spPr>
          <a:xfrm>
            <a:off x="8340132" y="3166905"/>
            <a:ext cx="2441749" cy="813917"/>
          </a:xfrm>
          <a:prstGeom prst="rect">
            <a:avLst/>
          </a:prstGeom>
          <a:solidFill>
            <a:srgbClr val="DFB9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B27AA7-9BDF-0E98-98BF-59C377F51AB3}"/>
              </a:ext>
            </a:extLst>
          </p:cNvPr>
          <p:cNvSpPr txBox="1"/>
          <p:nvPr/>
        </p:nvSpPr>
        <p:spPr>
          <a:xfrm>
            <a:off x="8505456" y="1409700"/>
            <a:ext cx="2219325" cy="2639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#323A63</a:t>
            </a:r>
          </a:p>
          <a:p>
            <a:endParaRPr lang="en-ZA" b="1" dirty="0">
              <a:solidFill>
                <a:schemeClr val="bg1"/>
              </a:solidFill>
            </a:endParaRPr>
          </a:p>
          <a:p>
            <a:endParaRPr lang="en-ZA" b="1" dirty="0">
              <a:solidFill>
                <a:schemeClr val="bg1"/>
              </a:solidFill>
            </a:endParaRPr>
          </a:p>
          <a:p>
            <a:endParaRPr lang="en-ZA" sz="1050" b="1" dirty="0">
              <a:solidFill>
                <a:schemeClr val="bg1"/>
              </a:solidFill>
            </a:endParaRPr>
          </a:p>
          <a:p>
            <a:r>
              <a:rPr lang="en-ZA" b="1" dirty="0">
                <a:solidFill>
                  <a:schemeClr val="bg1"/>
                </a:solidFill>
              </a:rPr>
              <a:t>#83A4A1</a:t>
            </a:r>
          </a:p>
          <a:p>
            <a:endParaRPr lang="en-ZA" b="1" dirty="0">
              <a:solidFill>
                <a:schemeClr val="bg1"/>
              </a:solidFill>
            </a:endParaRPr>
          </a:p>
          <a:p>
            <a:endParaRPr lang="en-ZA" b="1" dirty="0">
              <a:solidFill>
                <a:schemeClr val="bg1"/>
              </a:solidFill>
            </a:endParaRPr>
          </a:p>
          <a:p>
            <a:endParaRPr lang="en-ZA" sz="1050" b="1" dirty="0">
              <a:solidFill>
                <a:schemeClr val="bg1"/>
              </a:solidFill>
            </a:endParaRPr>
          </a:p>
          <a:p>
            <a:r>
              <a:rPr lang="en-ZA" b="1" dirty="0">
                <a:solidFill>
                  <a:schemeClr val="bg1"/>
                </a:solidFill>
              </a:rPr>
              <a:t>#DFB975 </a:t>
            </a:r>
            <a:br>
              <a:rPr lang="en-ZA" b="1" dirty="0">
                <a:solidFill>
                  <a:schemeClr val="bg1"/>
                </a:solidFill>
              </a:rPr>
            </a:br>
            <a:endParaRPr lang="en-Z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4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5C91B8-6E23-3D66-84ED-143E47D16E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63" t="7644" r="20604" b="38591"/>
          <a:stretch>
            <a:fillRect/>
          </a:stretch>
        </p:blipFill>
        <p:spPr bwMode="auto">
          <a:xfrm>
            <a:off x="4252127" y="1614395"/>
            <a:ext cx="3687746" cy="36292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92732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4497</TotalTime>
  <Words>7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Ephraim Samanyayi</dc:creator>
  <cp:lastModifiedBy>Ephraim Samanyayi</cp:lastModifiedBy>
  <cp:revision>2</cp:revision>
  <dcterms:created xsi:type="dcterms:W3CDTF">2026-02-26T20:46:45Z</dcterms:created>
  <dcterms:modified xsi:type="dcterms:W3CDTF">2026-03-04T11:30:38Z</dcterms:modified>
</cp:coreProperties>
</file>